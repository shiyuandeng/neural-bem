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5"/>
  </p:normalViewPr>
  <p:slideViewPr>
    <p:cSldViewPr snapToGrid="0">
      <p:cViewPr>
        <p:scale>
          <a:sx n="94" d="100"/>
          <a:sy n="94" d="100"/>
        </p:scale>
        <p:origin x="146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9FE4-DF69-CF92-B265-D249E0870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1B05F-D1B9-9A81-BBF1-1B14408F4E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6341-54C0-C990-C07B-200E35D05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E1F03-4253-BC8B-6866-826A501E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0F0FD-2DAC-5AA2-51CE-F59E09880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4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1B92-F07A-7ABA-AAB9-3A70FF6C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BCF6-9605-F672-7E54-EC9D2DCF4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3F3C5-F500-BB79-5351-6B17C70B6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8E2AE-F510-622B-B7D6-36BAB934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878B6-054E-88BB-7535-19642D010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27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7F5F9-280D-30A4-13C2-CB7DDFE7B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43E1F-B33E-C089-4CE6-08BCCC0B5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A38B4-D1FB-8F59-33CE-21AAEB86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3F2CC-C93C-77D9-64DD-0614C921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AFE72-77F6-AF4A-62D0-693E3807A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98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B950C-9EED-5089-D7BE-0A95AF09F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03846-E188-00D1-0F79-E160143822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3B891-9767-38F2-9C90-777B2DFC1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81D1B1-7BA0-B5FA-2927-4FD67E1A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EC5686-D5EF-4E65-9491-90CC0B491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46752E-1E06-6C40-C660-510957BE9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49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B9F6-049A-7912-AA02-0C02235A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D6B595-9B71-BE44-A9E2-6765D8287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2F2CF-E790-DC6B-EC22-3CA056608C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1C5EC6-519E-3571-1AF5-6856D4CC47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5B238A-E9C4-AA95-67B2-16FB24870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8F84D-3E77-1D78-D130-40B66F2DF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D255C6-CC74-AA8E-ECE9-C98E89B73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E19EE0-B9C3-332C-CE68-090E0C09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562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16CAB-29C5-0117-CC31-0FF5F8449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59A48-BCE0-4200-4554-C738CC0E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22046-D004-FE39-E9DA-C49B7FA59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07D4D2-48CB-B8FE-C92D-7A423E03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9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F710FF-223A-2210-8714-7964C4D3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FC9FDB-61D2-8DC5-6CCB-ADE5BA4F4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C97AC-06E1-9539-AB99-C33EA442E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843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2A341-D603-8FD1-3849-34DB84667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7C312-DCFC-FA05-368C-6596EFB68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A2F4C0-DFFB-6877-EEBC-78E80D6C2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B2367-A93D-E26F-0214-EBC71DE73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F7A93A-2DD1-302B-4B25-CDB4F08D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F1838-BBA1-2F1E-710A-74773CB0E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1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8E7AF-E1AE-A2D9-F6F9-D811F47EE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08D875-B56C-5EFA-6D17-2845D94716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5F8AD-2871-C1CA-7776-F29C594AA4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63C37-5F13-2EF2-E17D-F6C18196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0B0B6-1CD7-A0EE-FC21-EFCDB84BE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9D83EE-404A-F825-76DA-40F6FFF27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1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4F74-8E97-16AA-94FA-966889E88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E7890-664D-0574-C4CD-6C0C040AC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9CB10-C2BA-94D1-7D48-8E026675D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560FB-9708-8E7A-7BC9-F7487382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8217D-1DD8-27E3-AC68-A1D69A5D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550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6FE923-5FFF-BCDA-3FC4-DFC29DBC42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BBD454-799B-0156-7921-34FEF7B49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95DB3-D9CD-C46D-0D69-9AD4F2FB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1F9E6-C58E-C526-81DC-3D3E4593C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35B5F-5CD6-F128-FA6A-8C975D234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8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E1935A-64CA-5A53-3E64-DD037262D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1528C0-3AC2-B61C-B86F-AD3A4428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D580C-358C-A26A-2B7B-0AD693549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D71ED-D75A-0449-877C-F13D7228B1A7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C49851-38B1-800E-D9B4-105CDF460E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092E5-247A-E777-42E0-450A06AA2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2E5316-D273-ED43-B61C-A32074790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16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75EC6-8668-CB69-E83E-AE2F04039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564" y="707913"/>
            <a:ext cx="10954871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A Quadrature-Free Boundary Inverse Method for 2D Helmholtz Transmission</a:t>
            </a:r>
          </a:p>
        </p:txBody>
      </p:sp>
    </p:spTree>
    <p:extLst>
      <p:ext uri="{BB962C8B-B14F-4D97-AF65-F5344CB8AC3E}">
        <p14:creationId xmlns:p14="http://schemas.microsoft.com/office/powerpoint/2010/main" val="52728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8102C-2CF0-B59E-E9BB-830482903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347" y="1253331"/>
            <a:ext cx="11479306" cy="5222774"/>
          </a:xfrm>
        </p:spPr>
        <p:txBody>
          <a:bodyPr/>
          <a:lstStyle/>
          <a:p>
            <a:r>
              <a:rPr lang="en-US" dirty="0"/>
              <a:t>Fourier Boundary Representation (standard)</a:t>
            </a:r>
          </a:p>
          <a:p>
            <a:endParaRPr lang="en-US" dirty="0"/>
          </a:p>
          <a:p>
            <a:r>
              <a:rPr lang="en-US" dirty="0" err="1"/>
              <a:t>Galerkin</a:t>
            </a:r>
            <a:r>
              <a:rPr lang="en-US" dirty="0"/>
              <a:t> (Modal) Assembly of Müller Matrices</a:t>
            </a:r>
          </a:p>
          <a:p>
            <a:pPr lvl="1"/>
            <a:r>
              <a:rPr lang="en-US" dirty="0"/>
              <a:t>Chebyshev Expansions in R (a fix we implemented that has not been done before)</a:t>
            </a:r>
          </a:p>
          <a:p>
            <a:pPr lvl="1"/>
            <a:endParaRPr lang="en-US" dirty="0"/>
          </a:p>
          <a:p>
            <a:r>
              <a:rPr lang="en-US" dirty="0"/>
              <a:t>Reusing matrix information for the same object in multi-frequency</a:t>
            </a:r>
          </a:p>
          <a:p>
            <a:endParaRPr lang="en-US" dirty="0"/>
          </a:p>
          <a:p>
            <a:r>
              <a:rPr lang="en-US" dirty="0"/>
              <a:t>Coefficient </a:t>
            </a:r>
            <a:r>
              <a:rPr lang="en-US" dirty="0" err="1"/>
              <a:t>Maths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Adaptive joint shape-frequency continuation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621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F1AD-36C8-A293-4B8A-0B254C36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048" y="201351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+mn-lt"/>
                <a:ea typeface="+mn-ea"/>
                <a:cs typeface="+mn-cs"/>
              </a:rPr>
              <a:t>Modal solver runs 2.3–3.7× faster than nodal on all eight cases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1A1661D-3C10-4E6C-BDC5-3F71538A8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053376"/>
              </p:ext>
            </p:extLst>
          </p:nvPr>
        </p:nvGraphicFramePr>
        <p:xfrm>
          <a:off x="928048" y="1930400"/>
          <a:ext cx="10425752" cy="43434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4736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+mn-lt"/>
                        </a:rPr>
                        <a:t>Case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Contrast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Modal (s)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Nodal (s)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Speed-up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 cap="flat" cmpd="sng" algn="ctr">
                      <a:solidFill>
                        <a:srgbClr val="262626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core__wrong_circle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10.1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26.6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2.6×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19050" cap="flat" cmpd="sng" algn="ctr">
                      <a:solidFill>
                        <a:srgbClr val="2626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core__peanut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20.7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76.2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3.7×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far__new_asymmetric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30.6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101.0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3.3×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core__kite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69.7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221.7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3.2×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modal__c4__shifted_star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53.5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155.5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2.9×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modal__c13.3__new_thin_c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13.3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98.1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235.3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2.4×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far__development_c (fixed code)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0.5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28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77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2.8×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modal__c13.3__shifted_star (fixed code)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13.3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122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0" dirty="0">
                          <a:solidFill>
                            <a:schemeClr val="tx1"/>
                          </a:solidFill>
                        </a:rPr>
                        <a:t>286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2.3×</a:t>
                      </a:r>
                    </a:p>
                  </a:txBody>
                  <a:tcPr marL="114300" marR="114300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1878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1FE0E81-6B5D-F342-AB81-5CB17C98C82C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830b2cf0-4991-4668-a54a-c5993cde36b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169</Words>
  <Application>Microsoft Macintosh PowerPoint</Application>
  <PresentationFormat>Widescreen</PresentationFormat>
  <Paragraphs>57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 Quadrature-Free Boundary Inverse Method for 2D Helmholtz Transmission</vt:lpstr>
      <vt:lpstr>PowerPoint Presentation</vt:lpstr>
      <vt:lpstr>Modal solver runs 2.3–3.7× faster than nodal on all eight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 Deng</dc:creator>
  <cp:lastModifiedBy>Sean Deng</cp:lastModifiedBy>
  <cp:revision>1</cp:revision>
  <dcterms:created xsi:type="dcterms:W3CDTF">2026-10-01T08:39:26Z</dcterms:created>
  <dcterms:modified xsi:type="dcterms:W3CDTF">2026-10-01T09:00:53Z</dcterms:modified>
</cp:coreProperties>
</file>